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SLIDE 01 | AIONOS BATCH 2027 | ASSIGNMENT 1 SUBMISSION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Executive Productivity Agent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Autonomous Context Synthesis, Commitment Tracking &amp; Calendar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Target Executive: Arjun Malhotra, VP Sales (Veridian Corp)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Scenario Horizon: Monday 21 Sep – Friday 25 Sep 2026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Author: Aniruddh Mishra | Bennett University (B.Tech CSE)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Stack: FastAPI, Uvicorn, Streamlit, LangChain, Google Gemini, ChromaDB, Sentence-Transformers, SQLite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SLIDE 02 | THE CORE EXECUTIVE FRICTION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Problem Statement &amp; Executive Challenges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Navigating High-Stakes Information Overload &amp; Ambiguity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Fragmented Ingestion: Critical directives arrive scattered across synchronous meetings, async email threads, voice memos, and calendar invites.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Deadline Drift: Commitments slip dynamically without formal ticketing (e.g. Vendor list shifted from Monday to Tuesday to Wednesday morning).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Dangerous Assumptions: Administrative tasks fall between organizational cracks without explicit ownership (e.g. Mumbai lease renewal).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Cognitive Drain: Executives spend ~20% of their workweek piecing together updates before pivotal board reviews.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SLIDE 03 | STRICT EVALUATION SCOPE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Data Pack &amp; Source Grounding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Deterministic Scope Within the Scenario Week (21–25 Sep 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Meeting Transcript: Leadership Sync (Mon 21 Sep, 9:00–9:35 AM; Arjun, Neha, Raghav, Divya).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Calendars: 4 complete schedules across Arjun Malhotra, Neha Kapoor, Raghav Sethi, and Divya Rao.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Email Inboxes: 5 threads × 5 emails each (25 total messages) covering Vendor List, Q3 Deck, Meridian Reschedule, Expense Variance, and Mumbai Lease.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Audio Dictations: 2 personal voice memos from Arjun Malhotra (treated as self-commitments, not external tasks).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Zero Hallucination Mandate: The agent operates exclusively on facts present in these artifacts.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SLIDE 04 | PRODUCT VALUE PILLARS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Core System Capabilities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Delivering Actionable Clarity to the VP of Sales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Autonomous Commitment Ledger: Tracks status, owner, priority, and due date across all 5 workstreams in real time.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Proactive Blocker Detection: Immediately isolates unassigned liabilities (Mumbai lease) and flags them before catastrophic deadlines.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Conflict-Free Calendar Intelligence: Algorithmic slot finder that protects focus blocks and board prep while finding open windows.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Evidence-Backed Q&amp;A: LangChain + Gemini 1.5 Flash grounded with ChromaDB semantic search, complete with full provenance citations.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SLIDE 05 | TECHNICAL BLUEPRINT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End-to-End System Architecture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Hybrid Deterministic + RAG Pipeline for Guaranteed Reliability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Data Normalization: Structured Pydantic parsing of transcripts, calendars, emails, and voice memos.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Dual Reasoning Engine: Deterministic rule engine for high-risk corporate guardrails + ChromaDB vector retriever for unstructured queries.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LLM Layer: LangChain orchestrating Google Gemini 1.5 Flash with zero-temperature and strict anti-hallucination prompts.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Dual Serving Layer: FastAPI REST backend (deployable on Vercel Serverless) + Streamlit Executive Command Center dashboard.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Audit Persistence: SQLite database logging all incoming queries, generated responses, and confidence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SLIDE 06 | DYNAMIC STATE RESOLUTION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Deep Dive: Deadline Drift Tracking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Case Study: The Vendor List Commitment to Raghav Sethi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T0 (Mon 9:00 AM): In Leadership Sync, Arjun states he will send the updated list by Tuesday EOD.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T1 (Mon 5:40 PM): Arjun emails Raghav: 'Running behind, will send first thing tomorrow morning instead.'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T2 (Tue 6:30 PM): Arjun emails: 'Sorry, got pulled into board prep — will send by tomorrow (Wednesday) morning for sure.'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T3 (Wed 8:45 AM): Raghav checks in: 'Just checking — still good for this morning?'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Agent Classification: Status is flagged as 'AT RISK / OPEN' — because the promise was renewed but no sending receipt exists.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SLIDE 07 | ANTI-HALLUCINATION GUARDRAIL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Handling Ambiguity &amp; Anti-Hallucination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Case Study: The Mumbai Office Lease Renewal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The Trap: Facilities sent 2 reminder notices for signature due Friday 25 Sep. In the sync, Divya casually guessed Facilities owns it.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Executive Command: Arjun explicitly cautioned in the meeting: 'Okay, flag it, don't assume.'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Corroborating Evidence: On Thursday 4:45 PM, Raghav confirms it is 'still unowned'. Arjun's voice note notes 'someone needs to own that, I don't think it's me.'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Agent Defense: System strictly returns UNASSIGNED / CRITICAL BLOCKER and refuses to fabricate Facilities as the confirmed owner.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Business Impact: Prevents leadership from assuming an urgent $100K+ lease renewal is being executed when it has stalled.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SLIDE 08 | SMART SCHEDULING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Calendar Intelligence &amp; Meeting Coordination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Deterministic Schedule Analysis &amp; Focus Protection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Autonomous Slot Discovery: Mathematical interval subtraction across meetings and blocked focus windows.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Example Query: 'Find free 30-minute slots for Arjun on Thursday 24 Sep.'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Schedule Audit: Board Prep Session (9:00–10:00 AM) and Hiring Panel (4:00–5:00 PM) are strictly protected.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Available Windows: Accurately identifies 10:00–16:00 open intervals (e.g. 10:00–10:30, 10:30–11:00...) and coordinates with Neha's 9:30 deck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SLIDE 09 | ENTERPRISE VERIFICATION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Evaluation, Testing &amp; Auditability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Comprehensive Quality Assurance &amp; Observability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Deterministic Test Suite: Automated verification of all 5 deliverable states against scenario ground truth.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100% Groundedness Score: Zero factual fabrication across lease ownership, meeting times, and deliverable receipts.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SQLite Query Audit Log: Real-time logging of user prompt, model used, generated answer, and execution timestamp.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Graceful Degradation: Fully functional deterministic fallback when Gemini API keys are absent or rate-limited.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SLIDE 10 | PRODUCTION VISION</a:t>
            </a:r>
          </a:p>
          <a:p>
            <a:pPr>
              <a:defRPr sz="2600" b="1">
                <a:solidFill>
                  <a:srgbClr val="0F172A"/>
                </a:solidFill>
              </a:defRPr>
            </a:pPr>
            <a:r>
              <a:t>Production Deployment &amp; Future Roadmap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Scalable Cloud Architecture &amp; Real-World Integration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149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Vercel Serverless Architecture: FastAPI app bundled via `vercel.json` and `api/index.py` for sub-second edge response.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Streamlit Cloud / Docker: Single-command local launch (`run.bat` / `run.ps1`) or containerized enterprise hosting.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Future Integration: Live connectors to Microsoft Graph API and Google Workspace with OAuth2.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Human-in-the-Loop Safeguards: Two-phase confirmation before dispatching drafted emails or rescheduling calendar events.</a:t>
            </a:r>
          </a:p>
          <a:p>
            <a:pPr>
              <a:spcAft>
                <a:spcPts val="1400"/>
              </a:spcAft>
              <a:defRPr sz="1500">
                <a:solidFill>
                  <a:srgbClr val="0F172A"/>
                </a:solidFill>
              </a:defRPr>
            </a:pPr>
            <a:r>
              <a:t>•  Conclusion: A production-ready, executive-grade AI agent demonstrating rigorous problem solving and engineering excellence.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